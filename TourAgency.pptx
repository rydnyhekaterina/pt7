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59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4F6C56-16D7-3ED8-9EC9-02E606DA59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cap="none" dirty="0">
                <a:latin typeface="Arial" panose="020B0604020202020204" pitchFamily="34" charset="0"/>
                <a:cs typeface="Arial" panose="020B0604020202020204" pitchFamily="34" charset="0"/>
              </a:rPr>
              <a:t>Разработка приложение </a:t>
            </a:r>
            <a:r>
              <a:rPr lang="en-US" cap="none" dirty="0" err="1">
                <a:latin typeface="Arial" panose="020B0604020202020204" pitchFamily="34" charset="0"/>
                <a:cs typeface="Arial" panose="020B0604020202020204" pitchFamily="34" charset="0"/>
              </a:rPr>
              <a:t>TourAgency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C00C775-B5B0-5B60-63B6-3238E84A4E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РУДНЫХ Е.Ю.</a:t>
            </a:r>
          </a:p>
        </p:txBody>
      </p:sp>
    </p:spTree>
    <p:extLst>
      <p:ext uri="{BB962C8B-B14F-4D97-AF65-F5344CB8AC3E}">
        <p14:creationId xmlns:p14="http://schemas.microsoft.com/office/powerpoint/2010/main" val="4259792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49839-469F-6793-4C6D-915C8AC13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Цель и 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931C53-C45C-41E5-9F38-D2103935D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Создание современного мобильного приложения для туристической фирмы, которое автоматизирует процессы бронирования туров, управления клиентской базой и администрирования турпакетов, обеспечивая удобный и эффективный способ продажи путевок по столицам различных стран.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5324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53703-BB05-BDCE-9198-12171884E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F288FC-333C-7EC9-EE47-F9BC3E0D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Функциональные характеристики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CFC64F-381C-500F-060C-4F7D9511C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Поддержка двух типов пользователей (клиент/администратор)</a:t>
            </a:r>
          </a:p>
          <a:p>
            <a:r>
              <a:rPr lang="ru-RU" dirty="0"/>
              <a:t>Легкое добавление новых функций и модулей</a:t>
            </a:r>
          </a:p>
          <a:p>
            <a:r>
              <a:rPr lang="ru-RU" dirty="0"/>
              <a:t>Удобный и приятный интерфейс</a:t>
            </a:r>
          </a:p>
          <a:p>
            <a:r>
              <a:rPr lang="ru-RU" dirty="0"/>
              <a:t>Интерфейс не перегружен лишней информацией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6644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5CF81-F470-61AC-93DD-5807913D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399074-19C0-7B8C-0DEE-691BBA3C4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инструменты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F4CD54-7154-CE09-F491-137BED87F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Android Studio </a:t>
            </a:r>
            <a:endParaRPr lang="ru-RU" dirty="0"/>
          </a:p>
          <a:p>
            <a:r>
              <a:rPr lang="en-US" dirty="0"/>
              <a:t>Room Database (</a:t>
            </a:r>
            <a:r>
              <a:rPr lang="ru-RU" dirty="0"/>
              <a:t>локальная БД)</a:t>
            </a:r>
          </a:p>
          <a:p>
            <a:r>
              <a:rPr lang="en-US" dirty="0"/>
              <a:t>Volley (</a:t>
            </a:r>
            <a:r>
              <a:rPr lang="ru-RU" dirty="0"/>
              <a:t>сетевые запросы)</a:t>
            </a:r>
          </a:p>
          <a:p>
            <a:r>
              <a:rPr lang="en-US" dirty="0"/>
              <a:t>Picasso (</a:t>
            </a:r>
            <a:r>
              <a:rPr lang="ru-RU" dirty="0"/>
              <a:t>работа с изображениями)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3843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4C8DF5-E2F0-CBD0-012E-A3037FE25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Главное окно программы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2D841BF-6489-DD25-ACBE-37FA5572B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Включает в себя:</a:t>
            </a:r>
          </a:p>
          <a:p>
            <a:r>
              <a:rPr lang="ru-RU" dirty="0"/>
              <a:t>Логотип</a:t>
            </a:r>
          </a:p>
          <a:p>
            <a:r>
              <a:rPr lang="ru-RU" dirty="0"/>
              <a:t>Кнопки входа и регистрации</a:t>
            </a:r>
          </a:p>
          <a:p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04F1AAE-0580-A233-1735-33D1F9705E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0331" y="798513"/>
            <a:ext cx="2439764" cy="465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06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06F43-426D-6A8D-9DF6-626B984F9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CA471D-8C22-8EA2-3095-637FD2BD2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Окно регистрации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CA865A-30E2-8DF5-BBC2-9EC32878A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Включает в себя:</a:t>
            </a:r>
          </a:p>
          <a:p>
            <a:r>
              <a:rPr lang="ru-RU" dirty="0"/>
              <a:t>Название окна</a:t>
            </a:r>
          </a:p>
          <a:p>
            <a:r>
              <a:rPr lang="ru-RU" dirty="0"/>
              <a:t>Ввод для логина, почты, пароля и подтверждения пароля</a:t>
            </a:r>
          </a:p>
          <a:p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ED8149C5-4979-2972-3B2A-7639A76DB5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64573" y="798513"/>
            <a:ext cx="2171280" cy="465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0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7A97E-FB57-8F46-6B79-C3DF62A12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2C7E0A-FA4F-7807-5344-06A402DC1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Окно входа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3879FE8-433C-B19C-F3FE-6E216B02E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Включает в себя:</a:t>
            </a:r>
          </a:p>
          <a:p>
            <a:r>
              <a:rPr lang="ru-RU" dirty="0"/>
              <a:t>Название окна</a:t>
            </a:r>
          </a:p>
          <a:p>
            <a:r>
              <a:rPr lang="ru-RU" dirty="0"/>
              <a:t>Ввод для логина пароля и выбор режима работы</a:t>
            </a:r>
          </a:p>
          <a:p>
            <a:r>
              <a:rPr lang="ru-RU" dirty="0"/>
              <a:t>Кнопку войти или назад, которая выполнена с помощью навигации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722F74D-84F2-4EC3-F0F7-4FB0F665DD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1139" y="798513"/>
            <a:ext cx="2618148" cy="465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281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92A86-70FD-AABC-573C-52F3B7C32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0FEE25-5F45-CADA-38E2-6B8BD7BC4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Страница агента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EB234BD-1A4D-1B1F-D1E6-880AEB707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Включает в себя:</a:t>
            </a:r>
          </a:p>
          <a:p>
            <a:r>
              <a:rPr lang="ru-RU" dirty="0"/>
              <a:t>Название окна, пользователя и кнопку выйти. Окна для заполнения информации о туре и кнопка добавления</a:t>
            </a:r>
          </a:p>
          <a:p>
            <a:r>
              <a:rPr lang="ru-RU" dirty="0"/>
              <a:t>Информация о текущих турах и пользователях, которые обслуживаются фирмой</a:t>
            </a:r>
          </a:p>
          <a:p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72A5516A-2A81-E285-782A-F82AEAFE24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1971" y="798513"/>
            <a:ext cx="2296484" cy="465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693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34864-EA59-4C3B-5CFC-7784F2530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F3D5E5-1ABD-0B8D-C38D-DD49CCCFC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Окна Редактирования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47469B-B536-F31E-0004-2A445B918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Включает в себя:</a:t>
            </a:r>
          </a:p>
          <a:p>
            <a:r>
              <a:rPr lang="ru-RU" dirty="0"/>
              <a:t>Название, кнопку выхода.</a:t>
            </a:r>
          </a:p>
          <a:p>
            <a:r>
              <a:rPr lang="ru-RU" dirty="0"/>
              <a:t>Поля для редакции тура и пользователя.</a:t>
            </a:r>
          </a:p>
          <a:p>
            <a:r>
              <a:rPr lang="ru-RU" dirty="0"/>
              <a:t>Кнопка сохранить</a:t>
            </a:r>
          </a:p>
          <a:p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5601A2A4-F88A-1200-FB31-E92AD06FEE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20214" y="798513"/>
            <a:ext cx="2259998" cy="465931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53C975A-8428-2C14-1AE8-36A51604E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6824" y="739839"/>
            <a:ext cx="2341010" cy="493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96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F6E3C-D7B7-DF24-78E5-E72EA1E90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400BA9-9DD9-0D4D-A3C9-3765F9C62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Окно пользователя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825FC9F-A81E-56A0-235C-9DBBF2CAE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Включает в себя:</a:t>
            </a:r>
          </a:p>
          <a:p>
            <a:r>
              <a:rPr lang="ru-RU" dirty="0"/>
              <a:t>Название окна, кнопку выхода</a:t>
            </a:r>
          </a:p>
          <a:p>
            <a:r>
              <a:rPr lang="ru-RU" dirty="0"/>
              <a:t>Информация о покупках пользователя.</a:t>
            </a:r>
          </a:p>
          <a:p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9BD63808-752A-60F6-F68D-4C21CAD11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27031" y="798513"/>
            <a:ext cx="2246364" cy="465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614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E8ED25-C400-8A45-7F9A-4368422C9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Производительность приложения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9CB762-5A69-9855-E85A-6982958F0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пользователя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6E3424-524A-08C5-D0BC-A2472199A8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224E67A-EA71-ADEF-ECD0-F3C79D4936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Для агента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AF9C363-9FAE-FBC3-0A4E-4DBA3B81DD6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F23F11E-5B0A-A8A8-88D0-13E3C60B3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054" y="3344861"/>
            <a:ext cx="4927457" cy="159062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78444AF-FD62-5779-A9CD-2946A90E4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648" y="3344862"/>
            <a:ext cx="5398307" cy="165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348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5E95D-B75F-572C-E03B-EB350FCDD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Перспективы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2AA01C-F23F-E599-51FE-F4A826449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Кастомизация туров</a:t>
            </a:r>
            <a:r>
              <a:rPr lang="ru-RU" dirty="0"/>
              <a:t>: Сборка индивидуального маршрута</a:t>
            </a:r>
          </a:p>
          <a:p>
            <a:r>
              <a:rPr lang="ru-RU" b="1" dirty="0"/>
              <a:t>Предоплата</a:t>
            </a:r>
            <a:r>
              <a:rPr lang="ru-RU" dirty="0"/>
              <a:t>: Частичная оплата с рассрочкой</a:t>
            </a:r>
          </a:p>
          <a:p>
            <a:r>
              <a:rPr lang="ru-RU" b="1" dirty="0"/>
              <a:t>Мерчандайзинг</a:t>
            </a:r>
            <a:r>
              <a:rPr lang="ru-RU" dirty="0"/>
              <a:t>: Продажа туристических товаров</a:t>
            </a:r>
          </a:p>
          <a:p>
            <a:r>
              <a:rPr lang="ru-RU" b="1" dirty="0"/>
              <a:t>TV приложение</a:t>
            </a:r>
            <a:r>
              <a:rPr lang="ru-RU" dirty="0"/>
              <a:t>: Для умных телевизоров</a:t>
            </a:r>
          </a:p>
          <a:p>
            <a:r>
              <a:rPr lang="ru-RU" b="1" dirty="0" err="1"/>
              <a:t>Wear</a:t>
            </a:r>
            <a:r>
              <a:rPr lang="ru-RU" b="1" dirty="0"/>
              <a:t> OS</a:t>
            </a:r>
            <a:r>
              <a:rPr lang="ru-RU" dirty="0"/>
              <a:t>: Приложение для умных часов</a:t>
            </a:r>
          </a:p>
          <a:p>
            <a:r>
              <a:rPr lang="ru-RU" b="1" dirty="0"/>
              <a:t>Отзывы: </a:t>
            </a:r>
            <a:r>
              <a:rPr lang="ru-RU" dirty="0"/>
              <a:t>возможность оставлять отзывы на туры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248454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{2CE2BA2C-ECBB-4BD4-BEE7-768A7C9D486A}TFc986dd65-aaf0-4d5c-bef9-9c391ee05f7b5669cfdc-fe16c7d7e3cd</Template>
  <TotalTime>17</TotalTime>
  <Words>263</Words>
  <Application>Microsoft Office PowerPoint</Application>
  <PresentationFormat>Широкоэкранный</PresentationFormat>
  <Paragraphs>50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Галерея</vt:lpstr>
      <vt:lpstr>Разработка приложение TourAgency</vt:lpstr>
      <vt:lpstr>Цель и задачи проекта</vt:lpstr>
      <vt:lpstr>Функциональные характеристики</vt:lpstr>
      <vt:lpstr>Используемые инструменты</vt:lpstr>
      <vt:lpstr>Главное окно программы</vt:lpstr>
      <vt:lpstr>Окно регистрации</vt:lpstr>
      <vt:lpstr>Окно входа</vt:lpstr>
      <vt:lpstr>Страница агента</vt:lpstr>
      <vt:lpstr>Окна Редактирования</vt:lpstr>
      <vt:lpstr>Окно пользователя</vt:lpstr>
      <vt:lpstr>Производительность приложения</vt:lpstr>
      <vt:lpstr>Перспективы разработки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Katya</dc:creator>
  <cp:lastModifiedBy>дмитрий голованов</cp:lastModifiedBy>
  <cp:revision>3</cp:revision>
  <dcterms:created xsi:type="dcterms:W3CDTF">2025-12-25T18:12:42Z</dcterms:created>
  <dcterms:modified xsi:type="dcterms:W3CDTF">2026-03-03T07:11:32Z</dcterms:modified>
</cp:coreProperties>
</file>